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Tic Tac Toe Project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Technical Explanation of HTML, CSS and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&lt;main&gt; tag stores the complete game section.</a:t>
            </a:r>
          </a:p>
          <a:p>
            <a:pPr>
              <a:defRPr sz="1800"/>
            </a:pPr>
            <a:r>
              <a:t>&lt;div class='msg-container'&gt; is used to display winner message.</a:t>
            </a:r>
          </a:p>
          <a:p>
            <a:pPr>
              <a:defRPr sz="1800"/>
            </a:pPr>
            <a:r>
              <a:t>&lt;h1&gt; displays the project title Tic-Tac-Toe.</a:t>
            </a:r>
          </a:p>
          <a:p>
            <a:pPr>
              <a:defRPr sz="1800"/>
            </a:pPr>
            <a:r>
              <a:t>Radio buttons are used to select game mode.</a:t>
            </a:r>
          </a:p>
          <a:p>
            <a:pPr>
              <a:defRPr sz="1800"/>
            </a:pPr>
            <a:r>
              <a:t>&lt;div class='game'&gt; contains 9 buttons for the 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Game Boxes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9 &lt;button class='box'&gt; elements create the Tic Tac Toe grid.</a:t>
            </a:r>
          </a:p>
          <a:p>
            <a:pPr>
              <a:defRPr sz="1800"/>
            </a:pPr>
            <a:r>
              <a:t>Each button represents one position on the board.</a:t>
            </a:r>
          </a:p>
          <a:p>
            <a:pPr>
              <a:defRPr sz="1800"/>
            </a:pPr>
            <a:r>
              <a:t>JavaScript updates the button text with X or O.</a:t>
            </a:r>
          </a:p>
          <a:p>
            <a:pPr>
              <a:defRPr sz="1800"/>
            </a:pPr>
            <a:r>
              <a:t>Buttons become disabled after clicking to stop overwriting.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Buttons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'Reset Game' button restarts the game anytime.</a:t>
            </a:r>
          </a:p>
          <a:p>
            <a:pPr>
              <a:defRPr sz="1800"/>
            </a:pPr>
            <a:r>
              <a:t>'New Game' button appears after winner announcement.</a:t>
            </a:r>
          </a:p>
          <a:p>
            <a:pPr>
              <a:defRPr sz="1800"/>
            </a:pPr>
            <a:r>
              <a:t>Buttons are connected with JavaScript using IDs.</a:t>
            </a:r>
          </a:p>
          <a:p>
            <a:pPr>
              <a:defRPr sz="1800"/>
            </a:pPr>
            <a:r>
              <a:t>IDs help JavaScript identify elements quickly.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Body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background-color changes the webpage background.</a:t>
            </a:r>
          </a:p>
          <a:p>
            <a:pPr>
              <a:defRPr sz="1800"/>
            </a:pPr>
            <a:r>
              <a:t>text-align:center places all content in center.</a:t>
            </a:r>
          </a:p>
          <a:p>
            <a:pPr>
              <a:defRPr sz="1800"/>
            </a:pPr>
            <a:r>
              <a:t>margin:0 and padding:0 remove default spacing.</a:t>
            </a:r>
          </a:p>
          <a:p>
            <a:pPr>
              <a:defRPr sz="1800"/>
            </a:pPr>
            <a:r>
              <a:t>Improves clean UI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Game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display:flex aligns the game properly.</a:t>
            </a:r>
          </a:p>
          <a:p>
            <a:pPr>
              <a:defRPr sz="1800"/>
            </a:pPr>
            <a:r>
              <a:t>justify-content:center keeps board horizontally centered.</a:t>
            </a:r>
          </a:p>
          <a:p>
            <a:pPr>
              <a:defRPr sz="1800"/>
            </a:pPr>
            <a:r>
              <a:t>align-items:center keeps board vertically centered.</a:t>
            </a:r>
          </a:p>
          <a:p>
            <a:pPr>
              <a:defRPr sz="1800"/>
            </a:pPr>
            <a:r>
              <a:t>height:80vh gives responsive screen height.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Game Boxes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height and width create square boxes.</a:t>
            </a:r>
          </a:p>
          <a:p>
            <a:pPr>
              <a:defRPr sz="1800"/>
            </a:pPr>
            <a:r>
              <a:t>border-radius gives rounded corners.</a:t>
            </a:r>
          </a:p>
          <a:p>
            <a:pPr>
              <a:defRPr sz="1800"/>
            </a:pPr>
            <a:r>
              <a:t>box-shadow creates 3D shadow effect.</a:t>
            </a:r>
          </a:p>
          <a:p>
            <a:pPr>
              <a:defRPr sz="1800"/>
            </a:pPr>
            <a:r>
              <a:t>font-size makes X and O visible clearly.</a:t>
            </a:r>
          </a:p>
          <a:p>
            <a:pPr>
              <a:defRPr sz="1800"/>
            </a:pPr>
            <a:r>
              <a:t>background-color improves UI appearance.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Hide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.hide { display:none; } hides elements.</a:t>
            </a:r>
          </a:p>
          <a:p>
            <a:pPr>
              <a:defRPr sz="1800"/>
            </a:pPr>
            <a:r>
              <a:t>Winner message is hidden initially.</a:t>
            </a:r>
          </a:p>
          <a:p>
            <a:pPr>
              <a:defRPr sz="1800"/>
            </a:pPr>
            <a:r>
              <a:t>JavaScript removes hide class after winner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querySelectorAll('.box') selects all boxes.</a:t>
            </a:r>
          </a:p>
          <a:p>
            <a:pPr>
              <a:defRPr sz="1800"/>
            </a:pPr>
            <a:r>
              <a:t>turn variable stores current player turn.</a:t>
            </a:r>
          </a:p>
          <a:p>
            <a:pPr>
              <a:defRPr sz="1800"/>
            </a:pPr>
            <a:r>
              <a:t>count variable counts total moves.</a:t>
            </a:r>
          </a:p>
          <a:p>
            <a:pPr>
              <a:defRPr sz="1800"/>
            </a:pPr>
            <a:r>
              <a:t>isComputerMode checks computer mode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Winning Patterns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winpattern array stores all winning combinations.</a:t>
            </a:r>
          </a:p>
          <a:p>
            <a:pPr>
              <a:defRPr sz="1800"/>
            </a:pPr>
            <a:r>
              <a:t>Example: [0,1,2] means first row.</a:t>
            </a:r>
          </a:p>
          <a:p>
            <a:pPr>
              <a:defRPr sz="1800"/>
            </a:pPr>
            <a:r>
              <a:t>Array helps check winner automatically.</a:t>
            </a:r>
          </a:p>
          <a:p>
            <a:pPr>
              <a:defRPr sz="1800"/>
            </a:pPr>
            <a:r>
              <a:t>All rows, columns and diagonals are stored.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reset()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Resets game variables.</a:t>
            </a:r>
          </a:p>
          <a:p>
            <a:pPr>
              <a:defRPr sz="1800"/>
            </a:pPr>
            <a:r>
              <a:t>Makes turn start from Player O again.</a:t>
            </a:r>
          </a:p>
          <a:p>
            <a:pPr>
              <a:defRPr sz="1800"/>
            </a:pPr>
            <a:r>
              <a:t>Calls enableboxes() function.</a:t>
            </a:r>
          </a:p>
          <a:p>
            <a:pPr>
              <a:defRPr sz="1800"/>
            </a:pPr>
            <a:r>
              <a:t>Hides winner message container.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enableboxes()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Loops through all boxes using forEach.</a:t>
            </a:r>
          </a:p>
          <a:p>
            <a:pPr>
              <a:defRPr sz="1800"/>
            </a:pPr>
            <a:r>
              <a:t>Clears old X and O values.</a:t>
            </a:r>
          </a:p>
          <a:p>
            <a:pPr>
              <a:defRPr sz="1800"/>
            </a:pPr>
            <a:r>
              <a:t>Enables all disabled buttons again.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disableboxes()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Disables all boxes after game ends.</a:t>
            </a:r>
          </a:p>
          <a:p>
            <a:pPr>
              <a:defRPr sz="1800"/>
            </a:pPr>
            <a:r>
              <a:t>Prevents user from clicking after winner.</a:t>
            </a:r>
          </a:p>
          <a:p>
            <a:pPr>
              <a:defRPr sz="1800"/>
            </a:pPr>
            <a:r>
              <a:t>Improves game control.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showwinner()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Displays winning message.</a:t>
            </a:r>
          </a:p>
          <a:p>
            <a:pPr>
              <a:defRPr sz="1800"/>
            </a:pPr>
            <a:r>
              <a:t>Uses innerText to show winner name.</a:t>
            </a:r>
          </a:p>
          <a:p>
            <a:pPr>
              <a:defRPr sz="1800"/>
            </a:pPr>
            <a:r>
              <a:t>Removes hide class from message container.</a:t>
            </a:r>
          </a:p>
          <a:p>
            <a:pPr>
              <a:defRPr sz="1800"/>
            </a:pPr>
            <a:r>
              <a:t>Calls disableboxes() to stop the game.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showdraw()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Runs when all 9 boxes are filled.</a:t>
            </a:r>
          </a:p>
          <a:p>
            <a:pPr>
              <a:defRPr sz="1800"/>
            </a:pPr>
            <a:r>
              <a:t>Displays draw message.</a:t>
            </a:r>
          </a:p>
          <a:p>
            <a:pPr>
              <a:defRPr sz="1800"/>
            </a:pPr>
            <a:r>
              <a:t>Stops further gameplay.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checkwinner()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Loops through all winning patterns.</a:t>
            </a:r>
          </a:p>
          <a:p>
            <a:pPr>
              <a:defRPr sz="1800"/>
            </a:pPr>
            <a:r>
              <a:t>Reads values from board positions.</a:t>
            </a:r>
          </a:p>
          <a:p>
            <a:pPr>
              <a:defRPr sz="1800"/>
            </a:pPr>
            <a:r>
              <a:t>Checks if all three values are same.</a:t>
            </a:r>
          </a:p>
          <a:p>
            <a:pPr>
              <a:defRPr sz="1800"/>
            </a:pPr>
            <a:r>
              <a:t>Calls showwinner() when condition becomes true.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computerMove()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Finds all empty boxes.</a:t>
            </a:r>
          </a:p>
          <a:p>
            <a:pPr>
              <a:defRPr sz="1800"/>
            </a:pPr>
            <a:r>
              <a:t>Selects random empty box.</a:t>
            </a:r>
          </a:p>
          <a:p>
            <a:pPr>
              <a:defRPr sz="1800"/>
            </a:pPr>
            <a:r>
              <a:t>Places X automatically.</a:t>
            </a:r>
          </a:p>
          <a:p>
            <a:pPr>
              <a:defRPr sz="1800"/>
            </a:pPr>
            <a:r>
              <a:t>Checks winner after computer move.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Listener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addEventListener('click') detects box click.</a:t>
            </a:r>
          </a:p>
          <a:p>
            <a:pPr>
              <a:defRPr sz="1800"/>
            </a:pPr>
            <a:r>
              <a:t>Adds O or X inside clicked box.</a:t>
            </a:r>
          </a:p>
          <a:p>
            <a:pPr>
              <a:defRPr sz="1800"/>
            </a:pPr>
            <a:r>
              <a:t>Disables clicked button.</a:t>
            </a:r>
          </a:p>
          <a:p>
            <a:pPr>
              <a:defRPr sz="1800"/>
            </a:pPr>
            <a:r>
              <a:t>Changes turn after every move.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vs Computer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If computer mode is selected, computer plays automatically.</a:t>
            </a:r>
          </a:p>
          <a:p>
            <a:pPr>
              <a:defRPr sz="1800"/>
            </a:pPr>
            <a:r>
              <a:t>setTimeout() adds delay for realistic gameplay.</a:t>
            </a:r>
          </a:p>
          <a:p>
            <a:pPr>
              <a:defRPr sz="1800"/>
            </a:pPr>
            <a:r>
              <a:t>Computer move starts when player turn finishes.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User clicks a box.</a:t>
            </a:r>
          </a:p>
          <a:p>
            <a:pPr>
              <a:defRPr sz="1800"/>
            </a:pPr>
            <a:r>
              <a:t>2. X or O appears.</a:t>
            </a:r>
          </a:p>
          <a:p>
            <a:pPr>
              <a:defRPr sz="1800"/>
            </a:pPr>
            <a:r>
              <a:t>3. Winner checking function runs.</a:t>
            </a:r>
          </a:p>
          <a:p>
            <a:pPr>
              <a:defRPr sz="1800"/>
            </a:pPr>
            <a:r>
              <a:t>4. Turn changes.</a:t>
            </a:r>
          </a:p>
          <a:p>
            <a:pPr>
              <a:defRPr sz="1800"/>
            </a:pPr>
            <a:r>
              <a:t>5. Game ends after winner or draw.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Learned DOM Manipulation.</a:t>
            </a:r>
          </a:p>
          <a:p>
            <a:pPr>
              <a:defRPr sz="1800"/>
            </a:pPr>
            <a:r>
              <a:t>Learned Event Handling.</a:t>
            </a:r>
          </a:p>
          <a:p>
            <a:pPr>
              <a:defRPr sz="1800"/>
            </a:pPr>
            <a:r>
              <a:t>Learned Arrays and Functions.</a:t>
            </a:r>
          </a:p>
          <a:p>
            <a:pPr>
              <a:defRPr sz="1800"/>
            </a:pPr>
            <a:r>
              <a:t>Improved JavaScript Logic Building.</a:t>
            </a:r>
          </a:p>
          <a:p>
            <a:pPr>
              <a:defRPr sz="1800"/>
            </a:pPr>
            <a:r>
              <a:t>Understood Frontend Development.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&lt;!DOCTYPE html&gt;</a:t>
            </a:r>
            <a:br/>
            <a:r>
              <a:t>&lt;html lang="en"&gt;</a:t>
            </a:r>
            <a:br/>
            <a:r>
              <a:t>&lt;head&gt;</a:t>
            </a:r>
            <a:br/>
            <a:r>
              <a:t>    &lt;meta charset="UTF-8"&gt;</a:t>
            </a:r>
            <a:br/>
            <a:r>
              <a:t>    &lt;meta name="viewport" content="width=device-width, initial-scale=1.0"&gt;</a:t>
            </a:r>
            <a:br/>
            <a:r>
              <a:t>    &lt;title&gt;Tic Tac Toe&lt;/title&gt;</a:t>
            </a:r>
            <a:br/>
            <a:r>
              <a:t>    &lt;link rel="stylesheet" href="styles.css"&gt;</a:t>
            </a:r>
            <a:br/>
            <a:r>
              <a:t>&lt;/head&gt;</a:t>
            </a:r>
            <a:br/>
            <a:r>
              <a:t>&lt;body&gt;</a:t>
            </a:r>
            <a:br/>
            <a:r>
              <a:t>    &lt;main&gt;</a:t>
            </a:r>
            <a:br/>
            <a:r>
              <a:t>        &lt;div class="msg-container hide"&gt;</a:t>
            </a:r>
            <a:br/>
            <a:r>
              <a:t>            &lt;p id="msg"&gt;Winner&lt;/p&gt;</a:t>
            </a:r>
            <a:br/>
            <a:r>
              <a:t>            &lt;button id="new-btn"&gt;New Game&lt;/button&gt;</a:t>
            </a:r>
            <a:br/>
            <a:r>
              <a:t>        &lt;/div&gt;</a:t>
            </a:r>
            <a:br/>
            <a:br/>
            <a:r>
              <a:t>        &lt;h1&gt;Tic-Tac-Toe&lt;/h1&gt;</a:t>
            </a:r>
            <a:br/>
            <a:r>
              <a:t>        &lt;div class="mode-container"&gt;</a:t>
            </a:r>
            <a:br/>
            <a:r>
              <a:t>            &lt;label&gt;</a:t>
            </a:r>
            <a:br/>
            <a:r>
              <a:t>                &lt;input type="radio" name="mode" value="player" checked&gt; Player vs Player</a:t>
            </a:r>
            <a:br/>
            <a:r>
              <a:t>            &lt;/label&gt;</a:t>
            </a:r>
            <a:br/>
            <a:r>
              <a:t>            &lt;label&gt;</a:t>
            </a:r>
            <a:br/>
            <a:r>
              <a:t>                &lt;input type="radio" name="mode" value="computer"&gt; Player vs Computer</a:t>
            </a:r>
            <a:br/>
            <a:r>
              <a:t>            &lt;/label&gt;</a:t>
            </a:r>
            <a:br/>
            <a:r>
              <a:t>        &lt;/div&gt;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*{</a:t>
            </a:r>
            <a:br/>
            <a:r>
              <a:t>    margin: 0;</a:t>
            </a:r>
            <a:br/>
            <a:r>
              <a:t>    padding: 0;</a:t>
            </a:r>
            <a:br/>
            <a:r>
              <a:t>}</a:t>
            </a:r>
            <a:br/>
            <a:r>
              <a:t>body{</a:t>
            </a:r>
            <a:br/>
            <a:r>
              <a:t>    background-color: #60656F;</a:t>
            </a:r>
            <a:br/>
            <a:r>
              <a:t>    text-align: center;</a:t>
            </a:r>
            <a:br/>
            <a:r>
              <a:t>}</a:t>
            </a:r>
            <a:br/>
            <a:r>
              <a:t>.container{</a:t>
            </a:r>
            <a:br/>
            <a:r>
              <a:t>    height: 80vh;</a:t>
            </a:r>
            <a:br/>
            <a:r>
              <a:t>    display: flex;</a:t>
            </a:r>
            <a:br/>
            <a:r>
              <a:t>    justify-content: center;</a:t>
            </a:r>
            <a:br/>
            <a:r>
              <a:t>    align-items: center;</a:t>
            </a:r>
            <a:br/>
            <a:r>
              <a:t>}</a:t>
            </a:r>
            <a:br/>
            <a:br/>
            <a:r>
              <a:t>.mode-container {</a:t>
            </a:r>
            <a:br/>
            <a:r>
              <a:t>    margin-top: 20px;</a:t>
            </a:r>
            <a:br/>
            <a:r>
              <a:t>    font-size: 1.5rem;</a:t>
            </a:r>
            <a:br/>
            <a:r>
              <a:t>    color:#131112;</a:t>
            </a:r>
            <a:br/>
            <a:r>
              <a:t>}</a:t>
            </a:r>
            <a:br/>
            <a:br/>
            <a:r>
              <a:t>.game{</a:t>
            </a:r>
            <a:br/>
            <a:r>
              <a:t>    height: 60vmin;</a:t>
            </a:r>
            <a:br/>
            <a:r>
              <a:t>    width: 60vmin;</a:t>
            </a:r>
            <a:br/>
            <a:r>
              <a:t>    display: flex;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let boxes = document.querySelectorAll(".box");</a:t>
            </a:r>
            <a:br/>
            <a:r>
              <a:t>let resetbtn = document.querySelector("#reset-btn");</a:t>
            </a:r>
            <a:br/>
            <a:r>
              <a:t>let newbtn = document.querySelector("#new-btn");</a:t>
            </a:r>
            <a:br/>
            <a:r>
              <a:t>let msgcontainer = document.querySelector(".msg-container");</a:t>
            </a:r>
            <a:br/>
            <a:r>
              <a:t>let msg = document.querySelector("#msg");</a:t>
            </a:r>
            <a:br/>
            <a:r>
              <a:t>let modeRadios = document.querySelectorAll("input[name='mode']");</a:t>
            </a:r>
            <a:br/>
            <a:r>
              <a:t>let turn = true; // true for playerO, false for playerX</a:t>
            </a:r>
            <a:br/>
            <a:r>
              <a:t>let count = 0;</a:t>
            </a:r>
            <a:br/>
            <a:r>
              <a:t>let isComputerMode = false;</a:t>
            </a:r>
            <a:br/>
            <a:br/>
            <a:r>
              <a:t>const winpattern = [</a:t>
            </a:r>
            <a:br/>
            <a:r>
              <a:t>    [0, 1, 2],</a:t>
            </a:r>
            <a:br/>
            <a:r>
              <a:t>    [0, 3, 6],</a:t>
            </a:r>
            <a:br/>
            <a:r>
              <a:t>    [0, 4, 8],</a:t>
            </a:r>
            <a:br/>
            <a:r>
              <a:t>    [1, 4, 7],</a:t>
            </a:r>
            <a:br/>
            <a:r>
              <a:t>    [2, 5, 8],</a:t>
            </a:r>
            <a:br/>
            <a:r>
              <a:t>    [2, 4, 6],</a:t>
            </a:r>
            <a:br/>
            <a:r>
              <a:t>    [3, 4, 5],</a:t>
            </a:r>
            <a:br/>
            <a:r>
              <a:t>    [6, 7, 8]</a:t>
            </a:r>
            <a:br/>
            <a:r>
              <a:t>];</a:t>
            </a:r>
            <a:br/>
            <a:br/>
            <a:r>
              <a:t>const reset = () =&gt; {</a:t>
            </a:r>
            <a:br/>
            <a:r>
              <a:t>    turn = true;</a:t>
            </a:r>
            <a:br/>
            <a:r>
              <a:t>    count = 0;</a:t>
            </a:r>
            <a:br/>
            <a:r>
              <a:t>    enableboxes();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